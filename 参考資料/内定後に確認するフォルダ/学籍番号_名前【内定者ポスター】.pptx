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66" r:id="rId5"/>
  </p:sldIdLst>
  <p:sldSz cx="7562850" cy="10688638"/>
  <p:notesSz cx="6735763" cy="9866313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44" userDrawn="1">
          <p15:clr>
            <a:srgbClr val="A4A3A4"/>
          </p15:clr>
        </p15:guide>
        <p15:guide id="2" pos="238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4C8D"/>
    <a:srgbClr val="6666FF"/>
    <a:srgbClr val="3333CC"/>
    <a:srgbClr val="6600FF"/>
    <a:srgbClr val="8179EF"/>
    <a:srgbClr val="5449E9"/>
    <a:srgbClr val="655BEB"/>
    <a:srgbClr val="E50A81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85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2790" y="-1590"/>
      </p:cViewPr>
      <p:guideLst>
        <p:guide orient="horz" pos="3344"/>
        <p:guide pos="238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A5A73-C44E-4B5A-BF38-3E7E945F833A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190750" y="1233488"/>
            <a:ext cx="23542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768178-DF98-499C-A488-96F645B81F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5755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768178-DF98-499C-A488-96F645B81F74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9858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567214" y="3320407"/>
            <a:ext cx="6428423" cy="2291129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134428" y="6056895"/>
            <a:ext cx="5293995" cy="273154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53087-ABBF-8F4D-BF66-5DA6BA7F9F32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D6EB0-0BE0-D64B-B7D6-8AE3437C4F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4067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53087-ABBF-8F4D-BF66-5DA6BA7F9F32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D6EB0-0BE0-D64B-B7D6-8AE3437C4F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902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97413" y="6868441"/>
            <a:ext cx="6428423" cy="212288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597413" y="4530301"/>
            <a:ext cx="6428423" cy="233813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53087-ABBF-8F4D-BF66-5DA6BA7F9F32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D6EB0-0BE0-D64B-B7D6-8AE3437C4F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5736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378142" y="2494016"/>
            <a:ext cx="3340259" cy="705400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3844449" y="2494016"/>
            <a:ext cx="3340259" cy="705400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53087-ABBF-8F4D-BF66-5DA6BA7F9F32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D6EB0-0BE0-D64B-B7D6-8AE3437C4F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1324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378143" y="2392573"/>
            <a:ext cx="3341572" cy="9971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378143" y="3389684"/>
            <a:ext cx="3341572" cy="61583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3841823" y="2392573"/>
            <a:ext cx="3342885" cy="9971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3841823" y="3389684"/>
            <a:ext cx="3342885" cy="61583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53087-ABBF-8F4D-BF66-5DA6BA7F9F32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D6EB0-0BE0-D64B-B7D6-8AE3437C4F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8086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53087-ABBF-8F4D-BF66-5DA6BA7F9F32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D6EB0-0BE0-D64B-B7D6-8AE3437C4F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5687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53087-ABBF-8F4D-BF66-5DA6BA7F9F32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D6EB0-0BE0-D64B-B7D6-8AE3437C4F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0118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78143" y="425566"/>
            <a:ext cx="2488126" cy="18111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2956864" y="425567"/>
            <a:ext cx="4227843" cy="912245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378143" y="2236697"/>
            <a:ext cx="2488126" cy="731132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53087-ABBF-8F4D-BF66-5DA6BA7F9F32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D6EB0-0BE0-D64B-B7D6-8AE3437C4F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4255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482372" y="7482047"/>
            <a:ext cx="4537710" cy="88329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482372" y="955049"/>
            <a:ext cx="4537710" cy="641318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482372" y="8365344"/>
            <a:ext cx="4537710" cy="125443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53087-ABBF-8F4D-BF66-5DA6BA7F9F32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D6EB0-0BE0-D64B-B7D6-8AE3437C4F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6124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53087-ABBF-8F4D-BF66-5DA6BA7F9F32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D6EB0-0BE0-D64B-B7D6-8AE3437C4F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7603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5483066" y="428042"/>
            <a:ext cx="1701641" cy="9119981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378143" y="428042"/>
            <a:ext cx="4978876" cy="9119981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53087-ABBF-8F4D-BF66-5DA6BA7F9F32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D6EB0-0BE0-D64B-B7D6-8AE3437C4F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090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378143" y="428041"/>
            <a:ext cx="6806565" cy="17814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378143" y="2494016"/>
            <a:ext cx="6806565" cy="7054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378143" y="9906785"/>
            <a:ext cx="1764665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853087-ABBF-8F4D-BF66-5DA6BA7F9F32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2583974" y="9906785"/>
            <a:ext cx="2394903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5420043" y="9906785"/>
            <a:ext cx="1764665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5D6EB0-0BE0-D64B-B7D6-8AE3437C4F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2389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18BA2C57-BA2B-42C4-AB5C-3C6425B3D7E7}"/>
              </a:ext>
            </a:extLst>
          </p:cNvPr>
          <p:cNvGrpSpPr/>
          <p:nvPr/>
        </p:nvGrpSpPr>
        <p:grpSpPr>
          <a:xfrm>
            <a:off x="-9047" y="52319"/>
            <a:ext cx="7553135" cy="10584000"/>
            <a:chOff x="9715" y="-20992"/>
            <a:chExt cx="7553135" cy="10584000"/>
          </a:xfrm>
        </p:grpSpPr>
        <p:grpSp>
          <p:nvGrpSpPr>
            <p:cNvPr id="18" name="グループ化 17">
              <a:extLst>
                <a:ext uri="{FF2B5EF4-FFF2-40B4-BE49-F238E27FC236}">
                  <a16:creationId xmlns:a16="http://schemas.microsoft.com/office/drawing/2014/main" id="{1BED4101-A653-4F99-AD80-BAD3C744B158}"/>
                </a:ext>
              </a:extLst>
            </p:cNvPr>
            <p:cNvGrpSpPr/>
            <p:nvPr/>
          </p:nvGrpSpPr>
          <p:grpSpPr>
            <a:xfrm>
              <a:off x="9715" y="-20992"/>
              <a:ext cx="7553135" cy="10584000"/>
              <a:chOff x="4294103" y="-20992"/>
              <a:chExt cx="7553135" cy="10584000"/>
            </a:xfrm>
          </p:grpSpPr>
          <p:pic>
            <p:nvPicPr>
              <p:cNvPr id="2" name="図 1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94103" y="-20992"/>
                <a:ext cx="7553135" cy="10584000"/>
              </a:xfrm>
              <a:prstGeom prst="rect">
                <a:avLst/>
              </a:prstGeom>
            </p:spPr>
          </p:pic>
          <p:sp>
            <p:nvSpPr>
              <p:cNvPr id="14" name="四角形: 角を丸くする 13">
                <a:extLst>
                  <a:ext uri="{FF2B5EF4-FFF2-40B4-BE49-F238E27FC236}">
                    <a16:creationId xmlns:a16="http://schemas.microsoft.com/office/drawing/2014/main" id="{EC9E1978-830D-4006-8AE1-E664FD980AB3}"/>
                  </a:ext>
                </a:extLst>
              </p:cNvPr>
              <p:cNvSpPr/>
              <p:nvPr/>
            </p:nvSpPr>
            <p:spPr>
              <a:xfrm>
                <a:off x="8370687" y="8827492"/>
                <a:ext cx="3201247" cy="665531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9" name="正方形/長方形 8"/>
            <p:cNvSpPr/>
            <p:nvPr/>
          </p:nvSpPr>
          <p:spPr>
            <a:xfrm>
              <a:off x="639779" y="5752671"/>
              <a:ext cx="477821" cy="1894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0" name="図 19">
              <a:extLst>
                <a:ext uri="{FF2B5EF4-FFF2-40B4-BE49-F238E27FC236}">
                  <a16:creationId xmlns:a16="http://schemas.microsoft.com/office/drawing/2014/main" id="{9648B6AC-8A9C-4435-A952-63DF297349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41328" y="8929331"/>
              <a:ext cx="476815" cy="476815"/>
            </a:xfrm>
            <a:prstGeom prst="rect">
              <a:avLst/>
            </a:prstGeom>
          </p:spPr>
        </p:pic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D3D6CDCD-0F8C-4629-B31A-136E523FC615}"/>
                </a:ext>
              </a:extLst>
            </p:cNvPr>
            <p:cNvSpPr txBox="1"/>
            <p:nvPr/>
          </p:nvSpPr>
          <p:spPr>
            <a:xfrm>
              <a:off x="4618143" y="8983073"/>
              <a:ext cx="22126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800" dirty="0"/>
                <a:t>キャンパスライフは</a:t>
              </a:r>
              <a:r>
                <a:rPr kumimoji="1" lang="ja-JP" altLang="en-US" sz="800" dirty="0"/>
                <a:t>インスタグラム</a:t>
              </a:r>
              <a:r>
                <a:rPr lang="ja-JP" altLang="en-US" sz="800" dirty="0"/>
                <a:t>を</a:t>
              </a:r>
              <a:r>
                <a:rPr kumimoji="1" lang="ja-JP" altLang="en-US" sz="800" dirty="0"/>
                <a:t>チェック！</a:t>
              </a:r>
              <a:endParaRPr kumimoji="1" lang="en-US" altLang="ja-JP" sz="800" dirty="0"/>
            </a:p>
            <a:p>
              <a:r>
                <a:rPr lang="en-US" altLang="ja-JP" sz="1000" dirty="0"/>
                <a:t>@aso_abkc_official</a:t>
              </a:r>
              <a:endParaRPr kumimoji="1" lang="en-US" altLang="ja-JP" sz="1000" dirty="0"/>
            </a:p>
          </p:txBody>
        </p:sp>
        <p:pic>
          <p:nvPicPr>
            <p:cNvPr id="23" name="図 22">
              <a:extLst>
                <a:ext uri="{FF2B5EF4-FFF2-40B4-BE49-F238E27FC236}">
                  <a16:creationId xmlns:a16="http://schemas.microsoft.com/office/drawing/2014/main" id="{4C998F33-77DB-4DCC-984C-439EA22028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49525" y="8827492"/>
              <a:ext cx="550891" cy="661299"/>
            </a:xfrm>
            <a:prstGeom prst="rect">
              <a:avLst/>
            </a:prstGeom>
          </p:spPr>
        </p:pic>
      </p:grpSp>
      <p:sp>
        <p:nvSpPr>
          <p:cNvPr id="3" name="テキスト ボックス 2"/>
          <p:cNvSpPr txBox="1"/>
          <p:nvPr/>
        </p:nvSpPr>
        <p:spPr>
          <a:xfrm>
            <a:off x="1268274" y="2193755"/>
            <a:ext cx="4219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株式会社システムソフト・ベータ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243354" y="2727341"/>
            <a:ext cx="1412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プログラマー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677987" y="3092535"/>
            <a:ext cx="4169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福岡に拠点を構える歴史あるゲーム会社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799897" y="3901243"/>
            <a:ext cx="13195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100" dirty="0"/>
              <a:t>ゲームクリエータ科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696361" y="4453833"/>
            <a:ext cx="13805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岡松　礼恩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780843" y="5140203"/>
            <a:ext cx="11240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100" dirty="0"/>
              <a:t>福岡県立　折尾</a:t>
            </a: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582061" y="5447284"/>
            <a:ext cx="14430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900" dirty="0">
                <a:solidFill>
                  <a:srgbClr val="2F4C8D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高校卒業年・学科</a:t>
            </a: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1226296" y="6304807"/>
            <a:ext cx="325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100" dirty="0"/>
              <a:t>泉</a:t>
            </a:r>
            <a:endParaRPr kumimoji="1" lang="ja-JP" altLang="en-US" sz="1100" dirty="0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466605" y="7328851"/>
            <a:ext cx="65924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ja-JP" altLang="en-US" dirty="0"/>
              <a:t>メッセージ入力。</a:t>
            </a:r>
            <a:r>
              <a:rPr lang="ja-JP" altLang="ja-JP" dirty="0"/>
              <a:t>高校の先生や後輩への内定報告で利用します。</a:t>
            </a:r>
            <a:r>
              <a:rPr lang="en-US" altLang="ja-JP" dirty="0"/>
              <a:t>​</a:t>
            </a:r>
          </a:p>
          <a:p>
            <a:pPr fontAlgn="base"/>
            <a:r>
              <a:rPr lang="en-US" altLang="ja-JP" dirty="0"/>
              <a:t>​</a:t>
            </a:r>
          </a:p>
          <a:p>
            <a:pPr fontAlgn="base"/>
            <a:r>
              <a:rPr lang="ja-JP" altLang="ja-JP" dirty="0"/>
              <a:t>麻生での勉強、就職など学校生活に関する</a:t>
            </a:r>
            <a:r>
              <a:rPr lang="ja-JP" altLang="en-US" dirty="0"/>
              <a:t>報告メッセージ</a:t>
            </a:r>
            <a:r>
              <a:rPr lang="ja-JP" altLang="ja-JP" dirty="0"/>
              <a:t>、または</a:t>
            </a:r>
            <a:endParaRPr lang="en-US" altLang="ja-JP" dirty="0"/>
          </a:p>
          <a:p>
            <a:pPr fontAlgn="base"/>
            <a:endParaRPr lang="en-US" altLang="ja-JP" dirty="0"/>
          </a:p>
          <a:p>
            <a:pPr fontAlgn="base"/>
            <a:r>
              <a:rPr lang="ja-JP" altLang="ja-JP" dirty="0"/>
              <a:t>高校</a:t>
            </a:r>
            <a:r>
              <a:rPr lang="en-US" altLang="ja-JP" dirty="0"/>
              <a:t>​</a:t>
            </a:r>
            <a:r>
              <a:rPr lang="ja-JP" altLang="ja-JP" dirty="0"/>
              <a:t>の後輩へのアドバイスをお願いいたします。</a:t>
            </a:r>
            <a:r>
              <a:rPr lang="en-US" altLang="ja-JP" dirty="0"/>
              <a:t>​</a:t>
            </a:r>
          </a:p>
          <a:p>
            <a:pPr fontAlgn="base"/>
            <a:r>
              <a:rPr lang="en-US" altLang="ja-JP" dirty="0"/>
              <a:t>​</a:t>
            </a: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1191476" y="5779710"/>
            <a:ext cx="76014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800" dirty="0"/>
              <a:t>ビジネス情報</a:t>
            </a:r>
            <a:endParaRPr kumimoji="1" lang="ja-JP" altLang="en-US" sz="800" dirty="0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696361" y="5745808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00" dirty="0"/>
              <a:t>2024</a:t>
            </a:r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102177409"/>
      </p:ext>
    </p:extLst>
  </p:cSld>
  <p:clrMapOvr>
    <a:masterClrMapping/>
  </p:clrMapOvr>
</p:sld>
</file>

<file path=ppt/theme/theme1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d22eb6c-dbe9-40b0-a20e-fc99df9113d2" xsi:nil="true"/>
    <lcf76f155ced4ddcb4097134ff3c332f xmlns="62f542cf-e672-4aa0-a86f-857fe42ec378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FF5E1D608BDB6F4BB724232E49577B65" ma:contentTypeVersion="10" ma:contentTypeDescription="新しいドキュメントを作成します。" ma:contentTypeScope="" ma:versionID="9ff36b37bca0dbf7f2372ce347bae577">
  <xsd:schema xmlns:xsd="http://www.w3.org/2001/XMLSchema" xmlns:xs="http://www.w3.org/2001/XMLSchema" xmlns:p="http://schemas.microsoft.com/office/2006/metadata/properties" xmlns:ns2="62f542cf-e672-4aa0-a86f-857fe42ec378" xmlns:ns3="8d22eb6c-dbe9-40b0-a20e-fc99df9113d2" targetNamespace="http://schemas.microsoft.com/office/2006/metadata/properties" ma:root="true" ma:fieldsID="36d08b8aa1cedc81019a2ad6b413f8fa" ns2:_="" ns3:_="">
    <xsd:import namespace="62f542cf-e672-4aa0-a86f-857fe42ec378"/>
    <xsd:import namespace="8d22eb6c-dbe9-40b0-a20e-fc99df9113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f542cf-e672-4aa0-a86f-857fe42ec37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7a3d4e50-da24-4b51-9333-67165e7dee8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22eb6c-dbe9-40b0-a20e-fc99df9113d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85af200-f830-4a4a-b3c3-250082de7281}" ma:internalName="TaxCatchAll" ma:showField="CatchAllData" ma:web="8d22eb6c-dbe9-40b0-a20e-fc99df9113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A5E3764-2559-4162-916D-70CCE81E5F19}">
  <ds:schemaRefs>
    <ds:schemaRef ds:uri="http://schemas.microsoft.com/office/2006/metadata/properties"/>
    <ds:schemaRef ds:uri="http://schemas.microsoft.com/office/infopath/2007/PartnerControls"/>
    <ds:schemaRef ds:uri="8d22eb6c-dbe9-40b0-a20e-fc99df9113d2"/>
    <ds:schemaRef ds:uri="62f542cf-e672-4aa0-a86f-857fe42ec378"/>
  </ds:schemaRefs>
</ds:datastoreItem>
</file>

<file path=customXml/itemProps2.xml><?xml version="1.0" encoding="utf-8"?>
<ds:datastoreItem xmlns:ds="http://schemas.openxmlformats.org/officeDocument/2006/customXml" ds:itemID="{ECA78F71-5F97-4CAF-9C86-150DD463B7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2f542cf-e672-4aa0-a86f-857fe42ec378"/>
    <ds:schemaRef ds:uri="8d22eb6c-dbe9-40b0-a20e-fc99df9113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A5D10D9-C69E-421A-B86B-7E7C0ACE9C6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644</TotalTime>
  <Words>91</Words>
  <Application>Microsoft Office PowerPoint</Application>
  <PresentationFormat>ユーザー設定</PresentationFormat>
  <Paragraphs>19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HGS創英角ｺﾞｼｯｸUB</vt:lpstr>
      <vt:lpstr>Arial</vt:lpstr>
      <vt:lpstr>Calibri</vt:lpstr>
      <vt:lpstr>ホワイト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Mie Sasaki</dc:creator>
  <cp:lastModifiedBy>岡松 礼恩</cp:lastModifiedBy>
  <cp:revision>53</cp:revision>
  <cp:lastPrinted>2025-05-22T01:08:52Z</cp:lastPrinted>
  <dcterms:created xsi:type="dcterms:W3CDTF">2015-06-05T11:14:50Z</dcterms:created>
  <dcterms:modified xsi:type="dcterms:W3CDTF">2026-09-25T03:53:47Z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0x010100FF5E1D608BDB6F4BB724232E49577B65</vt:lpwstr>
  </property>
  <property fmtid="{D5CDD505-2E9C-101B-9397-08002B2CF9AE}" pid="3" name="MediaServiceImageTags">
    <vt:lpwstr/>
  </property>
</Properties>
</file>