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282F5D-ACA5-30E8-9592-EF0652FAA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349433B-F699-9846-F372-65B950B3B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C92A39-FF51-268E-FF7D-E6ACECF73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DF5-9594-404A-8BE0-1D9EB229B5AD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D365AD-EF7C-3C2B-BF1C-7F2C43D98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0C0594-1A87-D438-E027-96BA9F1C2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00259-0E84-4F75-9A92-66686560D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7757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79C914-48AF-7476-AAC9-791C0FDAE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5A78D6-BB22-8D94-150D-C1EA1FC50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2E81BC-0710-1844-451D-944591EC5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DF5-9594-404A-8BE0-1D9EB229B5AD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AB718D-9AE4-9904-50D4-3E5BE570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4DFE4B-C85D-F00F-7571-D66166B3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00259-0E84-4F75-9A92-66686560D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745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DF8E09-089B-3C3E-543A-51A8B62C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EF30331-1EC3-7120-94FD-AB67F16BF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F425E5-11DC-0800-A49D-DA5DB4406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DF5-9594-404A-8BE0-1D9EB229B5AD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101FC2-5E44-9ECC-61ED-22C865C29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917EF0-8B61-2A4B-DA3C-B104F4951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00259-0E84-4F75-9A92-66686560D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82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67D22E-0848-7629-34A6-5C947BC77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13EC7F-8BBA-79F6-6E40-28A9EF7A3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86B5B14-7FFD-F8CA-B9F3-D0675378C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01293D-25E6-28EE-9EC2-B6819CADD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DF5-9594-404A-8BE0-1D9EB229B5AD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30AF2F-FC3C-3FE3-DD27-48302871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DF10DD-3F2C-713B-CDAD-D0338357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00259-0E84-4F75-9A92-66686560D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5657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376013-0C0A-B74F-2A5F-6A6003991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3BD62C-F7B0-71D6-EA82-B11C1B47E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2672E0-DF4E-4CF8-10F7-013E95CAA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2EC5E65-28A5-E1B0-3C69-26F270A55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27198C2-9558-5F13-243C-B9664EDBBE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2FC8C6A-03B2-021F-C36F-D692E93C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DF5-9594-404A-8BE0-1D9EB229B5AD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BEF5466-10FA-1299-C1BF-A51BE5AC3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8136679-A91A-E2C2-6AFB-EE790739A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00259-0E84-4F75-9A92-66686560D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3903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8FCA2E-D2EE-442D-D299-2D67BE2CE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14BB25C-22A3-133B-3FD2-F323B5B11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DF5-9594-404A-8BE0-1D9EB229B5AD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254A69A-209C-AFB9-15FA-0616B5BEA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71784BF-71D5-936F-FEEE-F5A5DC3E7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00259-0E84-4F75-9A92-66686560D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2471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98EC7B4-34EF-C3C8-91F4-D9AB89C16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DF5-9594-404A-8BE0-1D9EB229B5AD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A18412C-A3BC-47C9-78A0-55D9FE6C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7021AF6-23B4-208D-1B2F-1BD5BE47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00259-0E84-4F75-9A92-66686560D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649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6FF3A6-7BE6-8A81-331A-90939EA6E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A8EF84-9F36-3EF0-7CBD-67EF4CBE3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0B1905-CD5F-917B-E5CC-F635844EA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5CD40FD-8600-4723-79EC-28A6B33A0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DF5-9594-404A-8BE0-1D9EB229B5AD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7BB2DE-DF21-8868-D6EC-25BBE35A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347C4F-13D4-EC2D-35D3-B1CB2C3A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00259-0E84-4F75-9A92-66686560D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1358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6FA4F8-C399-9134-6781-A1D26AE24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0B189C4-EE0B-22CA-0028-CC214E565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2626505-A1A6-D348-AA99-CF140601A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0BEB6B4-87C5-6B85-A2AD-041763563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DF5-9594-404A-8BE0-1D9EB229B5AD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008636F-8950-4B54-80AC-95E07751A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3CABCB-11C2-1DCB-FEAC-96437863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00259-0E84-4F75-9A92-66686560D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0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45951C-D258-C84E-8DFA-A707F7716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4D74B7-63FF-09EF-F74F-E96D0AE7D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96FD96-BAD4-1B0D-081D-8A3D5BA8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DF5-9594-404A-8BE0-1D9EB229B5AD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429010-BEAD-2E97-03D8-59DB8690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39A6F0-D714-F452-8434-5018C848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00259-0E84-4F75-9A92-66686560D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189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8688B2E-D7AD-12F9-60E7-2E7865193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5EBBD19-85CE-7736-2CF8-5086A1498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77EA15-0E4F-4911-74DA-1722B9F7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9DF5-9594-404A-8BE0-1D9EB229B5AD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9FCF07-D797-DF46-AD5F-E0826651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0DB133-AFDC-7D52-4835-1BB18F734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00259-0E84-4F75-9A92-66686560D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894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B3CE704-4B71-7BE6-C5F7-F2CA93420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18EB33-CDAC-942B-E1FB-2A543F005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A390EC-BCE5-8553-ED06-DA0E37154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D9DF5-9594-404A-8BE0-1D9EB229B5AD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694BDB-526A-3504-433F-CE9574659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7C8142-E930-C9B3-A772-75C53ADD2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D00259-0E84-4F75-9A92-66686560D0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085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BB4B9F-A359-33EC-AEB8-3875528ADE40}"/>
              </a:ext>
            </a:extLst>
          </p:cNvPr>
          <p:cNvSpPr/>
          <p:nvPr/>
        </p:nvSpPr>
        <p:spPr>
          <a:xfrm>
            <a:off x="0" y="5142271"/>
            <a:ext cx="12192000" cy="1715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直方体 6">
            <a:extLst>
              <a:ext uri="{FF2B5EF4-FFF2-40B4-BE49-F238E27FC236}">
                <a16:creationId xmlns:a16="http://schemas.microsoft.com/office/drawing/2014/main" id="{85CCAB23-54F6-3AB7-B01B-39A047341DA7}"/>
              </a:ext>
            </a:extLst>
          </p:cNvPr>
          <p:cNvSpPr/>
          <p:nvPr/>
        </p:nvSpPr>
        <p:spPr>
          <a:xfrm>
            <a:off x="5201264" y="2582492"/>
            <a:ext cx="1216152" cy="1216152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DDBAB4E-E4A5-BA00-1321-C629A73ED75B}"/>
              </a:ext>
            </a:extLst>
          </p:cNvPr>
          <p:cNvSpPr/>
          <p:nvPr/>
        </p:nvSpPr>
        <p:spPr>
          <a:xfrm>
            <a:off x="147483" y="5340145"/>
            <a:ext cx="1563329" cy="13199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直方体 8">
            <a:extLst>
              <a:ext uri="{FF2B5EF4-FFF2-40B4-BE49-F238E27FC236}">
                <a16:creationId xmlns:a16="http://schemas.microsoft.com/office/drawing/2014/main" id="{5C737C76-0CE4-2270-4507-BA0A7F83F6D3}"/>
              </a:ext>
            </a:extLst>
          </p:cNvPr>
          <p:cNvSpPr/>
          <p:nvPr/>
        </p:nvSpPr>
        <p:spPr>
          <a:xfrm>
            <a:off x="487457" y="5558446"/>
            <a:ext cx="883379" cy="883379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7774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俊弘 岡松</dc:creator>
  <cp:lastModifiedBy>俊弘 岡松</cp:lastModifiedBy>
  <cp:revision>2</cp:revision>
  <dcterms:created xsi:type="dcterms:W3CDTF">2025-12-21T15:54:43Z</dcterms:created>
  <dcterms:modified xsi:type="dcterms:W3CDTF">2025-12-21T15:58:22Z</dcterms:modified>
</cp:coreProperties>
</file>